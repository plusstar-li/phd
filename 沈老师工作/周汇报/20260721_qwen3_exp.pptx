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45" r:id="rId3"/>
    <p:sldId id="347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本周</a:t>
            </a:r>
            <a:r>
              <a:rPr lang="zh-CN" altLang="en-US" sz="2400" b="1"/>
              <a:t>工作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1010475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相比于</a:t>
            </a:r>
            <a:r>
              <a:rPr lang="en-US" altLang="zh-CN" sz="2000"/>
              <a:t>Qwen2.5-7B</a:t>
            </a:r>
            <a:r>
              <a:rPr lang="zh-CN" altLang="en-US" sz="2000"/>
              <a:t>，</a:t>
            </a:r>
            <a:r>
              <a:rPr lang="en-US" altLang="zh-CN" sz="2000"/>
              <a:t>Qwen3-8B</a:t>
            </a:r>
            <a:r>
              <a:rPr lang="zh-CN" altLang="en-US" sz="2000"/>
              <a:t>的</a:t>
            </a:r>
            <a:r>
              <a:rPr lang="en-US" altLang="zh-CN" sz="2000"/>
              <a:t>self-edit</a:t>
            </a:r>
            <a:r>
              <a:rPr lang="zh-CN" altLang="en-US" sz="2000"/>
              <a:t>经过两轮的</a:t>
            </a:r>
            <a:r>
              <a:rPr lang="en-US" altLang="zh-CN" sz="2000"/>
              <a:t>RL</a:t>
            </a:r>
            <a:r>
              <a:rPr lang="zh-CN" altLang="en-US" sz="2000"/>
              <a:t>训练之后，在测试集中已经只有出现两次空的</a:t>
            </a:r>
            <a:r>
              <a:rPr lang="en-US" altLang="zh-CN" sz="2000"/>
              <a:t>self-edit</a:t>
            </a:r>
            <a:r>
              <a:rPr lang="zh-CN" altLang="en-US" sz="2000"/>
              <a:t>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这周完成了</a:t>
            </a:r>
            <a:r>
              <a:rPr lang="en-US" altLang="zh-CN" sz="2000"/>
              <a:t>Qwen3-8B</a:t>
            </a:r>
            <a:r>
              <a:rPr lang="zh-CN" altLang="en-US" sz="2000"/>
              <a:t>在</a:t>
            </a:r>
            <a:r>
              <a:rPr lang="en-US" altLang="zh-CN" sz="2000"/>
              <a:t>context+self-edit </a:t>
            </a:r>
            <a:r>
              <a:rPr lang="zh-CN" altLang="en-US" sz="2000"/>
              <a:t>与</a:t>
            </a:r>
            <a:r>
              <a:rPr lang="en-US" altLang="zh-CN" sz="2000"/>
              <a:t> </a:t>
            </a:r>
            <a:r>
              <a:rPr lang="zh-CN" altLang="en-US" sz="2000"/>
              <a:t>纯</a:t>
            </a:r>
            <a:r>
              <a:rPr lang="en-US" altLang="zh-CN" sz="2000"/>
              <a:t>self-edit</a:t>
            </a:r>
            <a:r>
              <a:rPr lang="zh-CN" altLang="en-US" sz="2000"/>
              <a:t>的设置下都跑完了</a:t>
            </a:r>
            <a:r>
              <a:rPr lang="en-US" altLang="zh-CN" sz="2000"/>
              <a:t>RL</a:t>
            </a:r>
            <a:r>
              <a:rPr lang="zh-CN" altLang="en-US" sz="2000"/>
              <a:t>实验，得到了两个</a:t>
            </a:r>
            <a:r>
              <a:rPr lang="en-US" altLang="zh-CN" sz="2000"/>
              <a:t>base</a:t>
            </a:r>
            <a:r>
              <a:rPr lang="zh-CN" altLang="en-US" sz="2000"/>
              <a:t>模型。</a:t>
            </a:r>
            <a:endParaRPr lang="en-US" altLang="zh-CN" sz="20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下周</a:t>
            </a:r>
            <a:r>
              <a:rPr lang="zh-CN" altLang="en-US" sz="2400" b="1"/>
              <a:t>计划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101047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</a:t>
            </a:r>
            <a:r>
              <a:rPr lang="en-US" altLang="zh-CN" sz="2000"/>
              <a:t>Qwen3 </a:t>
            </a:r>
            <a:r>
              <a:rPr lang="zh-CN" altLang="en-US" sz="2000"/>
              <a:t>两个不同</a:t>
            </a:r>
            <a:r>
              <a:rPr lang="en-US" altLang="zh-CN" sz="2000"/>
              <a:t>Base</a:t>
            </a:r>
            <a:r>
              <a:rPr lang="zh-CN" altLang="en-US" sz="2000"/>
              <a:t>下</a:t>
            </a:r>
            <a:r>
              <a:rPr lang="en-US" altLang="zh-CN" sz="2000"/>
              <a:t>baseline1</a:t>
            </a:r>
            <a:r>
              <a:rPr lang="zh-CN" altLang="en-US" sz="2000"/>
              <a:t>，</a:t>
            </a:r>
            <a:r>
              <a:rPr lang="en-US" altLang="zh-CN" sz="2000"/>
              <a:t>2</a:t>
            </a:r>
            <a:r>
              <a:rPr lang="zh-CN" altLang="en-US" sz="2000"/>
              <a:t>和</a:t>
            </a:r>
            <a:r>
              <a:rPr lang="en-US" altLang="zh-CN" sz="2000"/>
              <a:t>3</a:t>
            </a:r>
            <a:r>
              <a:rPr lang="zh-CN" altLang="en-US" sz="2000"/>
              <a:t>的实验。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完成</a:t>
            </a:r>
            <a:r>
              <a:rPr lang="en-US" altLang="zh-CN" sz="2000"/>
              <a:t>Hyper LoRA</a:t>
            </a:r>
            <a:r>
              <a:rPr lang="zh-CN" altLang="en-US" sz="2000"/>
              <a:t>与多任务迁移文章的总结，进行</a:t>
            </a:r>
            <a:r>
              <a:rPr lang="zh-CN" altLang="en-US" sz="2000"/>
              <a:t>汇报。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244</cp:revision>
  <dcterms:created xsi:type="dcterms:W3CDTF">2019-06-19T02:08:00Z</dcterms:created>
  <dcterms:modified xsi:type="dcterms:W3CDTF">2026-07-21T01:57:35Z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CC4AC3AD79CA40C18E9B66A5156574DC_11</vt:lpwstr>
  </property>
</Properties>
</file>