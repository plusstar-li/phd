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43" r:id="rId3"/>
    <p:sldId id="317" r:id="rId4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1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5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4660900"/>
            <a:ext cx="10600055" cy="21659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709150" y="4566920"/>
            <a:ext cx="1287780" cy="22517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11291570" y="5459730"/>
            <a:ext cx="10160" cy="1338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Single Passage Setting</a:t>
            </a:r>
            <a:endParaRPr lang="en-US" altLang="zh-CN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345440" y="920750"/>
            <a:ext cx="538861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每个训练集只有单篇文章和</a:t>
            </a:r>
            <a:r>
              <a:rPr lang="en-US" altLang="zh-CN" sz="2000"/>
              <a:t>5</a:t>
            </a:r>
            <a:r>
              <a:rPr lang="zh-CN" altLang="en-US" sz="2000"/>
              <a:t>条</a:t>
            </a:r>
            <a:r>
              <a:rPr lang="en-US" altLang="zh-CN" sz="2000"/>
              <a:t>self-edit</a:t>
            </a:r>
            <a:r>
              <a:rPr lang="zh-CN" altLang="en-US" sz="2000"/>
              <a:t>用于训练，验证集是从数据集中采样出来的与训练集</a:t>
            </a:r>
            <a:r>
              <a:rPr lang="en-US" altLang="zh-CN" sz="2000"/>
              <a:t>disjoint</a:t>
            </a:r>
            <a:r>
              <a:rPr lang="zh-CN" altLang="en-US" sz="2000"/>
              <a:t>的</a:t>
            </a:r>
            <a:r>
              <a:rPr lang="en-US" altLang="zh-CN" sz="2000"/>
              <a:t>8</a:t>
            </a:r>
            <a:r>
              <a:rPr lang="zh-CN" altLang="en-US" sz="2000"/>
              <a:t>篇</a:t>
            </a:r>
            <a:r>
              <a:rPr lang="zh-CN" altLang="en-US" sz="2000"/>
              <a:t>文章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每次在训练集上</a:t>
            </a:r>
            <a:r>
              <a:rPr lang="en-US" altLang="zh-CN" sz="2000"/>
              <a:t>merge LoRA</a:t>
            </a:r>
            <a:r>
              <a:rPr lang="zh-CN" altLang="en-US" sz="2000"/>
              <a:t>之后，会使用</a:t>
            </a:r>
            <a:r>
              <a:rPr lang="en-US" altLang="zh-CN" sz="2000"/>
              <a:t>merge</a:t>
            </a:r>
            <a:r>
              <a:rPr lang="zh-CN" altLang="en-US" sz="2000"/>
              <a:t>后的模型在验证集任务上生成新的</a:t>
            </a:r>
            <a:r>
              <a:rPr lang="en-US" altLang="zh-CN" sz="2000"/>
              <a:t>self-edit</a:t>
            </a:r>
            <a:r>
              <a:rPr lang="zh-CN" altLang="en-US" sz="2000"/>
              <a:t>并且重新进行</a:t>
            </a:r>
            <a:r>
              <a:rPr lang="en-US" altLang="zh-CN" sz="2000"/>
              <a:t>inner SFT</a:t>
            </a:r>
            <a:endParaRPr lang="zh-CN" altLang="en-US" sz="20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35" y="223520"/>
            <a:ext cx="4977765" cy="42551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Summary</a:t>
            </a:r>
            <a:endParaRPr lang="en-US" altLang="zh-CN" sz="2400" b="1"/>
          </a:p>
        </p:txBody>
      </p:sp>
      <p:sp>
        <p:nvSpPr>
          <p:cNvPr id="2" name="文本框 1"/>
          <p:cNvSpPr txBox="1"/>
          <p:nvPr/>
        </p:nvSpPr>
        <p:spPr>
          <a:xfrm>
            <a:off x="345440" y="920750"/>
            <a:ext cx="83496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1. </a:t>
            </a:r>
            <a:r>
              <a:rPr lang="zh-CN" altLang="en-US" sz="2000"/>
              <a:t>完成</a:t>
            </a:r>
            <a:r>
              <a:rPr lang="en-US" altLang="zh-CN" sz="2000"/>
              <a:t>O-LoRA</a:t>
            </a:r>
            <a:r>
              <a:rPr lang="zh-CN" altLang="en-US" sz="2000"/>
              <a:t>框架上的代码</a:t>
            </a:r>
            <a:r>
              <a:rPr lang="zh-CN" altLang="en-US" sz="2000"/>
              <a:t>实现。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完成</a:t>
            </a:r>
            <a:r>
              <a:rPr lang="en-US" altLang="zh-CN" sz="2000"/>
              <a:t>CPT Setting</a:t>
            </a:r>
            <a:r>
              <a:rPr lang="zh-CN" altLang="en-US" sz="2000"/>
              <a:t>的实验</a:t>
            </a:r>
            <a:r>
              <a:rPr lang="zh-CN" altLang="en-US" sz="2000"/>
              <a:t>运行，</a:t>
            </a:r>
            <a:r>
              <a:rPr lang="zh-CN" altLang="en-US" sz="2000"/>
              <a:t>要下周</a:t>
            </a:r>
            <a:r>
              <a:rPr lang="zh-CN" altLang="en-US" sz="2000"/>
              <a:t>出结果。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3. </a:t>
            </a:r>
            <a:r>
              <a:rPr lang="zh-CN" altLang="en-US" sz="2000"/>
              <a:t>完成面试</a:t>
            </a:r>
            <a:r>
              <a:rPr lang="zh-CN" altLang="en-US" sz="2000"/>
              <a:t>准备。</a:t>
            </a:r>
            <a:endParaRPr lang="zh-CN" altLang="en-US" sz="2000"/>
          </a:p>
        </p:txBody>
      </p:sp>
      <p:pic>
        <p:nvPicPr>
          <p:cNvPr id="3" name="图片 2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resource_record_key" val="{&quot;10&quot;:[50063356,50059455,3476857,21563431,3504987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WPS 演示</Application>
  <PresentationFormat>宽屏</PresentationFormat>
  <Paragraphs>11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230</cp:revision>
  <dcterms:created xsi:type="dcterms:W3CDTF">2019-06-19T02:08:00Z</dcterms:created>
  <dcterms:modified xsi:type="dcterms:W3CDTF">2026-06-02T01:25:27Z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CC4AC3AD79CA40C18E9B66A5156574DC_11</vt:lpwstr>
  </property>
</Properties>
</file>