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3429000"/>
            <a:ext cx="4488180" cy="3086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70" y="625475"/>
            <a:ext cx="9898380" cy="2438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130" y="3498850"/>
            <a:ext cx="6020435" cy="5594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830" y="4272915"/>
            <a:ext cx="7239000" cy="6781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130" y="5031740"/>
            <a:ext cx="5935980" cy="15621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280670"/>
            <a:ext cx="8793480" cy="228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2840990"/>
            <a:ext cx="8938260" cy="10363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825" y="4248150"/>
            <a:ext cx="5059680" cy="16383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85" y="625475"/>
            <a:ext cx="8793480" cy="16675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05" y="2485390"/>
            <a:ext cx="8801100" cy="2026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55" y="4704715"/>
            <a:ext cx="9296400" cy="1905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1654175"/>
            <a:ext cx="5018405" cy="50622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后期改进点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345440" y="920750"/>
            <a:ext cx="3980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1. </a:t>
            </a:r>
            <a:r>
              <a:rPr lang="zh-CN" altLang="en-US" sz="2000" b="1"/>
              <a:t>连续</a:t>
            </a:r>
            <a:r>
              <a:rPr lang="en-US" altLang="zh-CN" sz="2000" b="1"/>
              <a:t>self-edit</a:t>
            </a:r>
            <a:r>
              <a:rPr lang="zh-CN" altLang="en-US" sz="2000" b="1"/>
              <a:t>后的遗忘</a:t>
            </a:r>
            <a:r>
              <a:rPr lang="zh-CN" altLang="en-US" sz="2000" b="1"/>
              <a:t>问题</a:t>
            </a:r>
            <a:endParaRPr lang="zh-CN" altLang="en-US" sz="2000" b="1"/>
          </a:p>
        </p:txBody>
      </p:sp>
      <p:sp>
        <p:nvSpPr>
          <p:cNvPr id="9" name="文本框 8"/>
          <p:cNvSpPr txBox="1"/>
          <p:nvPr/>
        </p:nvSpPr>
        <p:spPr>
          <a:xfrm>
            <a:off x="5744845" y="2022475"/>
            <a:ext cx="6346190" cy="4693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在外循环的</a:t>
            </a:r>
            <a:r>
              <a:rPr lang="en-US" altLang="zh-CN"/>
              <a:t>RL reward</a:t>
            </a:r>
            <a:r>
              <a:rPr lang="zh-CN" altLang="en-US"/>
              <a:t>中加入对旧任务性能的正则项，通过加权系数控制新旧任务</a:t>
            </a:r>
            <a:r>
              <a:rPr lang="zh-CN" altLang="en-US"/>
              <a:t>重要性。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在模型预训练阶段或者在</a:t>
            </a:r>
            <a:r>
              <a:rPr lang="en-US" altLang="zh-CN"/>
              <a:t>CPT</a:t>
            </a:r>
            <a:r>
              <a:rPr lang="zh-CN" altLang="en-US"/>
              <a:t>开始前对模型</a:t>
            </a:r>
            <a:r>
              <a:rPr lang="en-US" altLang="zh-CN"/>
              <a:t>weight</a:t>
            </a:r>
            <a:r>
              <a:rPr lang="zh-CN" altLang="en-US"/>
              <a:t>进行分析并获取存储核心旧知识的关键</a:t>
            </a:r>
            <a:r>
              <a:rPr lang="en-US" altLang="zh-CN"/>
              <a:t>weight</a:t>
            </a:r>
            <a:r>
              <a:rPr lang="zh-CN" altLang="en-US"/>
              <a:t>，后期的训练仅用</a:t>
            </a:r>
            <a:r>
              <a:rPr lang="en-US" altLang="zh-CN"/>
              <a:t>Lora</a:t>
            </a:r>
            <a:r>
              <a:rPr lang="zh-CN" altLang="en-US"/>
              <a:t>微调其他非核心的</a:t>
            </a:r>
            <a:r>
              <a:rPr lang="zh-CN" altLang="en-US"/>
              <a:t>参数。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Decouple</a:t>
            </a:r>
            <a:r>
              <a:rPr lang="zh-CN" altLang="en-US"/>
              <a:t>自我编辑和模型</a:t>
            </a:r>
            <a:r>
              <a:rPr lang="en-US" altLang="zh-CN"/>
              <a:t>SFT</a:t>
            </a:r>
            <a:r>
              <a:rPr lang="zh-CN" altLang="en-US"/>
              <a:t>，通过教师</a:t>
            </a:r>
            <a:r>
              <a:rPr lang="en-US" altLang="zh-CN"/>
              <a:t>-</a:t>
            </a:r>
            <a:r>
              <a:rPr lang="zh-CN" altLang="en-US"/>
              <a:t>学生模型架构来避免</a:t>
            </a:r>
            <a:r>
              <a:rPr lang="en-US" altLang="zh-CN"/>
              <a:t>self-edit</a:t>
            </a:r>
            <a:r>
              <a:rPr lang="zh-CN" altLang="en-US"/>
              <a:t>的更新与</a:t>
            </a:r>
            <a:r>
              <a:rPr lang="en-US" altLang="zh-CN"/>
              <a:t>SFT</a:t>
            </a:r>
            <a:r>
              <a:rPr lang="zh-CN" altLang="en-US"/>
              <a:t>的模型更新环节产生相互影响，同时也使得整个框架更加</a:t>
            </a:r>
            <a:r>
              <a:rPr lang="zh-CN" altLang="en-US"/>
              <a:t>灵活。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后期改进点</a:t>
            </a:r>
            <a:endParaRPr lang="zh-CN" altLang="en-US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2897505"/>
            <a:ext cx="8534400" cy="3086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5440" y="920750"/>
            <a:ext cx="3980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2. Inner Loop</a:t>
            </a:r>
            <a:r>
              <a:rPr lang="zh-CN" altLang="en-US" sz="2000" b="1"/>
              <a:t>计算量</a:t>
            </a:r>
            <a:r>
              <a:rPr lang="zh-CN" altLang="en-US" sz="2000" b="1"/>
              <a:t>大</a:t>
            </a:r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415290" y="1482090"/>
            <a:ext cx="938466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在模型预训练阶段或者在</a:t>
            </a:r>
            <a:r>
              <a:rPr lang="en-US" altLang="zh-CN">
                <a:sym typeface="+mn-ea"/>
              </a:rPr>
              <a:t>CPT</a:t>
            </a:r>
            <a:r>
              <a:rPr lang="zh-CN" altLang="en-US">
                <a:sym typeface="+mn-ea"/>
              </a:rPr>
              <a:t>开始前对模型</a:t>
            </a:r>
            <a:r>
              <a:rPr lang="en-US" altLang="zh-CN">
                <a:sym typeface="+mn-ea"/>
              </a:rPr>
              <a:t>weight</a:t>
            </a:r>
            <a:r>
              <a:rPr lang="zh-CN" altLang="en-US">
                <a:sym typeface="+mn-ea"/>
              </a:rPr>
              <a:t>进行分析，利用</a:t>
            </a:r>
            <a:r>
              <a:rPr lang="en-US" altLang="zh-CN">
                <a:sym typeface="+mn-ea"/>
              </a:rPr>
              <a:t>Adapter</a:t>
            </a:r>
            <a:r>
              <a:rPr lang="zh-CN" altLang="en-US">
                <a:sym typeface="+mn-ea"/>
              </a:rPr>
              <a:t>技术仅更新少量任务敏感</a:t>
            </a:r>
            <a:r>
              <a:rPr lang="zh-CN" altLang="en-US">
                <a:sym typeface="+mn-ea"/>
              </a:rPr>
              <a:t>的参数</a:t>
            </a:r>
            <a:endParaRPr lang="zh-CN" altLang="en-US"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model-based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proxy </a:t>
            </a:r>
            <a:r>
              <a:rPr lang="en-US" altLang="zh-CN">
                <a:sym typeface="+mn-ea"/>
              </a:rPr>
              <a:t>reward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WPS 演示</Application>
  <PresentationFormat>宽屏</PresentationFormat>
  <Paragraphs>15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157</cp:revision>
  <dcterms:created xsi:type="dcterms:W3CDTF">2019-06-19T02:08:00Z</dcterms:created>
  <dcterms:modified xsi:type="dcterms:W3CDTF">2025-12-19T00:42:28Z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CC4AC3AD79CA40C18E9B66A5156574DC_11</vt:lpwstr>
  </property>
</Properties>
</file>