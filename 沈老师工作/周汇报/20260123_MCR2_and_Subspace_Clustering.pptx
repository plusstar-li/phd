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3"/>
    <p:sldId id="27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7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本周</a:t>
            </a:r>
            <a:r>
              <a:rPr lang="zh-CN" altLang="en-US" sz="2400" b="1"/>
              <a:t>工作</a:t>
            </a:r>
            <a:endParaRPr lang="zh-CN" altLang="en-US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345440" y="920750"/>
            <a:ext cx="856297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/>
              <a:t>1. </a:t>
            </a:r>
            <a:r>
              <a:rPr lang="zh-CN" altLang="en-US" sz="2000"/>
              <a:t>回顾了传统子空间聚类以及深度子空间聚类的经典与最新的方法，并进行总结汇报。（</a:t>
            </a:r>
            <a:r>
              <a:rPr lang="en-US" altLang="zh-CN" sz="2000"/>
              <a:t>SENet</a:t>
            </a:r>
            <a:r>
              <a:rPr lang="zh-CN" altLang="en-US" sz="2000"/>
              <a:t>，</a:t>
            </a:r>
            <a:r>
              <a:rPr lang="en-US" altLang="zh-CN" sz="2000"/>
              <a:t>EnSC</a:t>
            </a:r>
            <a:r>
              <a:rPr lang="zh-CN" altLang="en-US" sz="2000"/>
              <a:t>，</a:t>
            </a:r>
            <a:r>
              <a:rPr lang="en-US" altLang="zh-CN" sz="2000"/>
              <a:t>PRO-DSC</a:t>
            </a:r>
            <a:r>
              <a:rPr lang="zh-CN" altLang="en-US" sz="2000"/>
              <a:t>，</a:t>
            </a:r>
            <a:r>
              <a:rPr lang="en-US" altLang="zh-CN" sz="2000"/>
              <a:t>DELVE</a:t>
            </a:r>
            <a:r>
              <a:rPr lang="zh-CN" altLang="en-US" sz="2000"/>
              <a:t>）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读了四篇</a:t>
            </a:r>
            <a:r>
              <a:rPr lang="en-US" altLang="zh-CN" sz="2000"/>
              <a:t>LoRA</a:t>
            </a:r>
            <a:r>
              <a:rPr lang="zh-CN" altLang="en-US" sz="2000"/>
              <a:t>外的低资源</a:t>
            </a:r>
            <a:r>
              <a:rPr lang="en-US" altLang="zh-CN" sz="2000"/>
              <a:t>CPT</a:t>
            </a:r>
            <a:r>
              <a:rPr lang="zh-CN" altLang="en-US" sz="2000"/>
              <a:t>方法的论文（</a:t>
            </a:r>
            <a:r>
              <a:rPr lang="en-US" altLang="zh-CN" sz="2000"/>
              <a:t>GORP</a:t>
            </a:r>
            <a:r>
              <a:rPr lang="zh-CN" altLang="en-US" sz="2000"/>
              <a:t>，</a:t>
            </a:r>
            <a:r>
              <a:rPr lang="en-US" altLang="zh-CN" sz="2000"/>
              <a:t>CPI-FT</a:t>
            </a:r>
            <a:r>
              <a:rPr lang="zh-CN" altLang="en-US" sz="2000"/>
              <a:t>，</a:t>
            </a:r>
            <a:r>
              <a:rPr lang="en-US" altLang="zh-CN" sz="2000"/>
              <a:t>LISA</a:t>
            </a:r>
            <a:r>
              <a:rPr lang="zh-CN" altLang="en-US" sz="2000"/>
              <a:t>），主要与参数梯度空间相关，目前还没完全总结完，后续可以进行一个</a:t>
            </a:r>
            <a:r>
              <a:rPr lang="zh-CN" altLang="en-US" sz="2000"/>
              <a:t>总结汇报。</a:t>
            </a:r>
            <a:endParaRPr lang="en-US" altLang="zh-CN" sz="20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3320415"/>
            <a:ext cx="6954520" cy="34696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下周</a:t>
            </a:r>
            <a:r>
              <a:rPr lang="zh-CN" altLang="en-US" sz="2400" b="1"/>
              <a:t>计划</a:t>
            </a:r>
            <a:endParaRPr lang="zh-CN" altLang="en-US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345440" y="920750"/>
            <a:ext cx="83496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/>
              <a:t>1. </a:t>
            </a:r>
            <a:r>
              <a:rPr lang="zh-CN" altLang="en-US" sz="2000"/>
              <a:t>总结</a:t>
            </a:r>
            <a:r>
              <a:rPr lang="en-US" altLang="zh-CN" sz="2000"/>
              <a:t>LoRA</a:t>
            </a:r>
            <a:r>
              <a:rPr lang="zh-CN" altLang="en-US" sz="2000"/>
              <a:t>技术外与想法相关的</a:t>
            </a:r>
            <a:r>
              <a:rPr lang="en-US" altLang="zh-CN" sz="2000"/>
              <a:t>CPT</a:t>
            </a:r>
            <a:r>
              <a:rPr lang="zh-CN" altLang="en-US" sz="2000"/>
              <a:t>方法。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阅读</a:t>
            </a:r>
            <a:r>
              <a:rPr lang="en-US" altLang="zh-CN" sz="2000"/>
              <a:t>MCR2</a:t>
            </a:r>
            <a:r>
              <a:rPr lang="zh-CN" altLang="en-US" sz="2000"/>
              <a:t>论文，总结正则化方向的</a:t>
            </a:r>
            <a:r>
              <a:rPr lang="en-US" altLang="zh-CN" sz="2000"/>
              <a:t>CPT</a:t>
            </a:r>
            <a:r>
              <a:rPr lang="zh-CN" altLang="en-US" sz="2000"/>
              <a:t>方法。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179</cp:revision>
  <dcterms:created xsi:type="dcterms:W3CDTF">2019-06-19T02:08:00Z</dcterms:created>
  <dcterms:modified xsi:type="dcterms:W3CDTF">2026-01-23T02:06:09Z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CC4AC3AD79CA40C18E9B66A5156574DC_11</vt:lpwstr>
  </property>
</Properties>
</file>