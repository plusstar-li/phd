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7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1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4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2480" y="109855"/>
            <a:ext cx="1007110" cy="10071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45440" y="312420"/>
            <a:ext cx="9241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Baseline3</a:t>
            </a:r>
            <a:endParaRPr lang="en-US" altLang="zh-CN" sz="2400" b="1"/>
          </a:p>
        </p:txBody>
      </p:sp>
      <p:sp>
        <p:nvSpPr>
          <p:cNvPr id="14" name="文本框 13"/>
          <p:cNvSpPr txBox="1"/>
          <p:nvPr/>
        </p:nvSpPr>
        <p:spPr>
          <a:xfrm>
            <a:off x="345440" y="920750"/>
            <a:ext cx="1010475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 fontAlgn="auto">
              <a:lnSpc>
                <a:spcPct val="150000"/>
              </a:lnSpc>
            </a:pPr>
            <a:r>
              <a:rPr lang="en-US" altLang="zh-CN" sz="2000"/>
              <a:t>Baseline 3: </a:t>
            </a:r>
            <a:endParaRPr lang="en-US" altLang="zh-CN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方案</a:t>
            </a:r>
            <a:r>
              <a:rPr lang="en-US" altLang="zh-CN" sz="2000"/>
              <a:t>1</a:t>
            </a:r>
            <a:r>
              <a:rPr lang="zh-CN" altLang="en-US" sz="2000"/>
              <a:t>：直接使用外部 </a:t>
            </a:r>
            <a:r>
              <a:rPr lang="en-US" altLang="zh-CN" sz="2000"/>
              <a:t>Embedding </a:t>
            </a:r>
            <a:r>
              <a:rPr lang="zh-CN" altLang="en-US" sz="2000"/>
              <a:t>模型（</a:t>
            </a:r>
            <a:r>
              <a:rPr lang="en-US" altLang="zh-CN" sz="2000"/>
              <a:t>BGE）</a:t>
            </a:r>
            <a:r>
              <a:rPr lang="zh-CN" altLang="en-US" sz="2000"/>
              <a:t>计算文本余弦相似度作为相似度系数</a:t>
            </a:r>
            <a:r>
              <a:rPr lang="en-US" altLang="zh-CN" sz="2000"/>
              <a:t>。</a:t>
            </a:r>
            <a:r>
              <a:rPr lang="zh-CN" altLang="en-US" sz="2000"/>
              <a:t>用以证明“</a:t>
            </a:r>
            <a:r>
              <a:rPr lang="en-US" altLang="zh-CN" sz="2000"/>
              <a:t>LLM </a:t>
            </a:r>
            <a:r>
              <a:rPr lang="zh-CN" altLang="en-US" sz="2000"/>
              <a:t>知识级语义自省”显著优于“向量空间物理几何距离”。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方案</a:t>
            </a:r>
            <a:r>
              <a:rPr lang="en-US" altLang="zh-CN" sz="2000"/>
              <a:t>2</a:t>
            </a:r>
            <a:r>
              <a:rPr lang="zh-CN" altLang="en-US" sz="2000"/>
              <a:t>：直接使用</a:t>
            </a:r>
            <a:r>
              <a:rPr lang="en-US" altLang="zh-CN" sz="2000"/>
              <a:t>GPT4.1</a:t>
            </a:r>
            <a:r>
              <a:rPr lang="zh-CN" altLang="en-US" sz="2000"/>
              <a:t>进行相似度系数</a:t>
            </a:r>
            <a:r>
              <a:rPr lang="zh-CN" altLang="en-US" sz="2000"/>
              <a:t>计算。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这周主要</a:t>
            </a:r>
            <a:r>
              <a:rPr lang="zh-CN" altLang="en-US" sz="2000"/>
              <a:t>工作：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镜像</a:t>
            </a:r>
            <a:r>
              <a:rPr lang="zh-CN" altLang="en-US" sz="2000"/>
              <a:t>迁移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熟悉平台</a:t>
            </a:r>
            <a:r>
              <a:rPr lang="zh-CN" altLang="en-US" sz="2000"/>
              <a:t>使用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环境</a:t>
            </a:r>
            <a:r>
              <a:rPr lang="zh-CN" altLang="en-US" sz="2000"/>
              <a:t>调试</a:t>
            </a:r>
            <a:endParaRPr lang="zh-CN" altLang="en-US" sz="2000"/>
          </a:p>
          <a:p>
            <a:pPr indent="0" algn="just" fontAlgn="auto">
              <a:lnSpc>
                <a:spcPct val="150000"/>
              </a:lnSpc>
            </a:pPr>
            <a:r>
              <a:rPr lang="zh-CN" altLang="en-US" sz="2000"/>
              <a:t>代码</a:t>
            </a:r>
            <a:r>
              <a:rPr lang="en-US" altLang="zh-CN" sz="2000"/>
              <a:t>bug</a:t>
            </a:r>
            <a:r>
              <a:rPr lang="zh-CN" altLang="en-US" sz="2000"/>
              <a:t>调试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resource_record_key" val="{&quot;10&quot;:[50063356,50059455,3476857,21563431,3504987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WPS 演示</Application>
  <PresentationFormat>宽屏</PresentationFormat>
  <Paragraphs>12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Cambria Math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244</cp:revision>
  <dcterms:created xsi:type="dcterms:W3CDTF">2019-06-19T02:08:00Z</dcterms:created>
  <dcterms:modified xsi:type="dcterms:W3CDTF">2026-06-30T02:38:55Z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CC4AC3AD79CA40C18E9B66A5156574DC_11</vt:lpwstr>
  </property>
</Properties>
</file>